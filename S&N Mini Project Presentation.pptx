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5a3c257b0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5a3c257b0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6204034f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6204034f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a3c257b0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a3c257b0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a3c257b0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a3c257b0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204034f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6204034f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a3c257b0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a3c257b0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6df3685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6df3685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df36857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6df36857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2215800"/>
            <a:ext cx="8123100" cy="63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Campus Network with VLAN &amp; Inter-VLAN Routing</a:t>
            </a:r>
            <a:endParaRPr b="1" sz="28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Nicholas Palceski, Daniel Lowry</a:t>
            </a:r>
            <a:endParaRPr sz="1600"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485225" y="3597972"/>
            <a:ext cx="81231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COP 3635 — Systems and Networks</a:t>
            </a:r>
            <a:endParaRPr sz="1600"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510450" y="3992447"/>
            <a:ext cx="81231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Dr. Deepa Devasenapathy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0209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🔍</a:t>
            </a:r>
            <a:r>
              <a:rPr lang="en">
                <a:solidFill>
                  <a:schemeClr val="lt1"/>
                </a:solidFill>
              </a:rPr>
              <a:t>Overview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168150" y="1403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Simulate University Campus Network using multiple VLANs connected via Inter-VLAN Routing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Seperated into 3 groups: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Students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Faculty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Administration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VLAN (Virutal Local Area Network) groups different computers into a network virtually, allowing the benefits of LAN without requiring physical proximity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Inter-VLAN Routing allows all the VLANs to communicate with one another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0209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📊OSI Layers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714500" y="1403650"/>
            <a:ext cx="511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Layer 1 (Physical) - Cables &amp; ports used to form the network. </a:t>
            </a:r>
            <a:r>
              <a:rPr lang="en"/>
              <a:t>Crucial </a:t>
            </a:r>
            <a:r>
              <a:rPr lang="en"/>
              <a:t>for trunk links that connect switches to routers/other switches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Layer 2 (Data Link) - VLAN IEEE tagging (802.1Q), MAC address learning, and framing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Layer 3 (Network) - For Inter-VLAN Routing</a:t>
            </a:r>
            <a:r>
              <a:rPr lang="en"/>
              <a:t>. Sends traffic to a Layer 3 device (router or switch), uses IP addressing to route packets between subnets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9300"/>
            <a:ext cx="3515468" cy="351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30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❓What is VLAN?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168300" y="1376638"/>
            <a:ext cx="440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</a:t>
            </a:r>
            <a:r>
              <a:rPr lang="en"/>
              <a:t>ogical, software-based segmentation of a physical network into distinct broadcast domains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Allows devices to be grouped together even if connected to different switches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Unlike LANs, VLANs can operate and function properly regardless of physical promixity to one another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400" y="2000325"/>
            <a:ext cx="4207658" cy="16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0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🖥️</a:t>
            </a:r>
            <a:r>
              <a:rPr lang="en">
                <a:solidFill>
                  <a:schemeClr val="lt1"/>
                </a:solidFill>
              </a:rPr>
              <a:t>VLAN vs. Inter-VLAN Routing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806200" y="1376650"/>
            <a:ext cx="50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</a:t>
            </a:r>
            <a:r>
              <a:rPr lang="en"/>
              <a:t>nables communication between different VLANs by using a Layer 3 device (router and switch) to route traffic between the different subnets/VLANs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2 primary methods: router-on</a:t>
            </a:r>
            <a:r>
              <a:rPr lang="en"/>
              <a:t>-a-stick (ROS) &amp; switched virtual interfaces (SVIs)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ROS - uses one physical router interface that is connected to a trunk port on a switch, using sub-interfaces for each VLAN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SVIs - created for each VLAN on a multilayer switch (connector switch) to act as the default gateway. 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98" y="1376648"/>
            <a:ext cx="2910175" cy="32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150" y="0"/>
            <a:ext cx="9144000" cy="84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44000" y="87600"/>
            <a:ext cx="82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🌐</a:t>
            </a:r>
            <a:r>
              <a:rPr lang="en"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Network Topology</a:t>
            </a:r>
            <a:endParaRPr sz="2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012" y="962149"/>
            <a:ext cx="5991976" cy="38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516725" y="1858825"/>
            <a:ext cx="3612300" cy="1961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🎬Live </a:t>
            </a:r>
            <a:r>
              <a:rPr lang="en">
                <a:solidFill>
                  <a:schemeClr val="lt1"/>
                </a:solidFill>
              </a:rPr>
              <a:t>Demonstration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815675" y="2061625"/>
            <a:ext cx="30144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              📝</a:t>
            </a:r>
            <a:r>
              <a:rPr b="1" lang="en">
                <a:solidFill>
                  <a:schemeClr val="lt1"/>
                </a:solidFill>
              </a:rPr>
              <a:t>Test 1: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Ensure connection between PCs and Router.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915500" y="1858825"/>
            <a:ext cx="3612300" cy="1961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5214450" y="2061625"/>
            <a:ext cx="3014400" cy="15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              🧪</a:t>
            </a:r>
            <a:r>
              <a:rPr b="1" lang="en">
                <a:solidFill>
                  <a:schemeClr val="lt1"/>
                </a:solidFill>
              </a:rPr>
              <a:t>Test 2: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Sending packets from one VLAN to another using Inter-VLAN Routing.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🤝</a:t>
            </a:r>
            <a:r>
              <a:rPr lang="en">
                <a:solidFill>
                  <a:schemeClr val="lt1"/>
                </a:solidFill>
              </a:rPr>
              <a:t>Contributions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168150" y="1403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Daniel Lowry: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VLAN &amp; inter-VLAN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Refining network topology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Testing network functionality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PowerPoint presentation construction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Refining Project Report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Nicholas Palceski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VLAN &amp; inter-VLAN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topology construction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Testing network functionality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Refining PowerPoint presentation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report Construction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150" y="0"/>
            <a:ext cx="9144000" cy="117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📍</a:t>
            </a: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0" y="4992775"/>
            <a:ext cx="9144000" cy="15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168150" y="1403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VLANs and the </a:t>
            </a:r>
            <a:r>
              <a:rPr lang="en"/>
              <a:t>communication</a:t>
            </a:r>
            <a:r>
              <a:rPr lang="en"/>
              <a:t> between them play a crucial role in smaller networks as well as the wider Internet as whole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 security by isolating sensitive traffic (e.g., Guest VLANs) from main corporate data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Performance by reducing broadcast traffic impact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And are essential in Voice over IP (VoIP), isolates voice traffic to guarantee quality of 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